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c8c23f681b4740" /><Relationship Type="http://schemas.openxmlformats.org/officeDocument/2006/relationships/extended-properties" Target="/docProps/app.xml" Id="R13ff0e7214984356" /><Relationship Type="http://schemas.openxmlformats.org/officeDocument/2006/relationships/officeDocument" Target="/ppt/presentation.xml" Id="R3ed9033b623042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71d4999433446b"/>
  </p:sldMasterIdLst>
  <p:notesMasterIdLst>
    <p:notesMasterId xmlns:r="http://schemas.openxmlformats.org/officeDocument/2006/relationships" r:id="R3a0b08dcce9a440e"/>
  </p:notesMasterIdLst>
  <p:sldIdLst>
    <p:sldId xmlns:r="http://schemas.openxmlformats.org/officeDocument/2006/relationships" id="256" r:id="Re8e6f57448de413c"/>
    <p:sldId xmlns:r="http://schemas.openxmlformats.org/officeDocument/2006/relationships" id="257" r:id="Rff10c3b9536a4b0d"/>
    <p:sldId xmlns:r="http://schemas.openxmlformats.org/officeDocument/2006/relationships" id="258" r:id="Ra9da736c7a5a4f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fdb0c6f03a42ea" /><Relationship Type="http://schemas.openxmlformats.org/officeDocument/2006/relationships/slideMaster" Target="/ppt/slideMasters/slideMaster1.xml" Id="Rea71d4999433446b" /><Relationship Type="http://schemas.openxmlformats.org/officeDocument/2006/relationships/notesMaster" Target="/ppt/notesMasters/notesMaster1.xml" Id="R3a0b08dcce9a440e" /><Relationship Type="http://schemas.openxmlformats.org/officeDocument/2006/relationships/presProps" Target="/ppt/presProps.xml" Id="Rd6f52bff85f54d4c" /><Relationship Type="http://schemas.openxmlformats.org/officeDocument/2006/relationships/tableStyles" Target="/ppt/tableStyles.xml" Id="R9952ddae6d754bb4" /><Relationship Type="http://schemas.openxmlformats.org/officeDocument/2006/relationships/slide" Target="/ppt/slides/slide1.xml" Id="Re8e6f57448de413c" /><Relationship Type="http://schemas.openxmlformats.org/officeDocument/2006/relationships/slide" Target="/ppt/slides/slide2.xml" Id="Rff10c3b9536a4b0d" /><Relationship Type="http://schemas.openxmlformats.org/officeDocument/2006/relationships/slide" Target="/ppt/slides/slide3.xml" Id="Ra9da736c7a5a4f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fd84d419514a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d6c9cb50914152" /><Relationship Type="http://schemas.openxmlformats.org/officeDocument/2006/relationships/notesMaster" Target="/ppt/notesMasters/notesMaster1.xml" Id="Rab23aca5fd3244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ff239ed60a4ab7" /><Relationship Type="http://schemas.openxmlformats.org/officeDocument/2006/relationships/notesMaster" Target="/ppt/notesMasters/notesMaster1.xml" Id="R6f2848b413a745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36302cef734b2f" /><Relationship Type="http://schemas.openxmlformats.org/officeDocument/2006/relationships/notesMaster" Target="/ppt/notesMasters/notesMaster1.xml" Id="R19a83429047741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老师好，这是我开发的 Forge Coding Agent。它提供 TUI、一次性 CLI 和 GUI 多种交互方式，但共享同一套本地 Agent Runtime。模型负责理解任务和选择工具，本地运行时掌握文件修改、命令执行、安全审批与验证权限。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presentation-architecture-plan.md</a:t>
            </a:r>
          </a:p>
          <a:p xmlns:a="http://schemas.openxmlformats.org/drawingml/2006/main">
            <a:r>
              <a:t>- PlantUML source: positioning.puml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系统采用分层设计。TUI、CLI 和 GUI 最终都通过 RuntimeFactory 进入同一个 AgentController。控制器连接模型客户端、工具注册表和上下文管理器；远端模型只接收消息和工具 Schema，实际执行与安全决策均留在本地。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presentation-architecture-plan.md</a:t>
            </a:r>
          </a:p>
          <a:p xmlns:a="http://schemas.openxmlformats.org/drawingml/2006/main">
            <a:r>
              <a:t>- PlantUML source: architecture.puml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每个任务从可信项目资源和上下文组装开始。模型发起工具调用后，系统完成路径与命令检查、必要审批和本地执行，再把结构化 Observation 返回模型继续迭代。代码发生变化时，系统匹配验证规则、执行检查并进行有限修复与重验。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presentation-architecture-plan.md</a:t>
            </a:r>
          </a:p>
          <a:p xmlns:a="http://schemas.openxmlformats.org/drawingml/2006/main">
            <a:r>
              <a:t>- PlantUML source: agent-loop.puml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ab2434147b43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71565c09a34935" /><Relationship Type="http://schemas.openxmlformats.org/officeDocument/2006/relationships/slideLayout" Target="/ppt/slideLayouts/slideLayout1.xml" Id="Rf0280190101a48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280190101a48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7d7aef53b4711" /><Relationship Type="http://schemas.openxmlformats.org/officeDocument/2006/relationships/image" Target="/ppt/media/image.png" Id="R5654bfa9e89a405c" /><Relationship Type="http://schemas.openxmlformats.org/officeDocument/2006/relationships/notesSlide" Target="/ppt/notesSlides/notesSlide1.xml" Id="R898bdd23250843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e5242d8ec4a3e" /><Relationship Type="http://schemas.openxmlformats.org/officeDocument/2006/relationships/image" Target="/ppt/media/image2.png" Id="R35da22ec596d4b25" /><Relationship Type="http://schemas.openxmlformats.org/officeDocument/2006/relationships/notesSlide" Target="/ppt/notesSlides/notesSlide2.xml" Id="Rba95dd165f6942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bca89809b4a69" /><Relationship Type="http://schemas.openxmlformats.org/officeDocument/2006/relationships/image" Target="/ppt/media/image3.png" Id="Rc5317e07ceba4176" /><Relationship Type="http://schemas.openxmlformats.org/officeDocument/2006/relationships/notesSlide" Target="/ppt/notesSlides/notesSlide3.xml" Id="Rcfa24a9b996e48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64768A-B915-4B9C-A131-0F807046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Forge Coding Agent</a:t>
            </a:r>
          </a:p>
        </p:txBody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EFB85696-E4DF-47D3-B1E4-E96A9522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3" name="slide-intro">
            <a:extLst xmlns:a="http://schemas.openxmlformats.org/drawingml/2006/main">
              <a:ext uri="{FF2B5EF4-FFF2-40B4-BE49-F238E27FC236}">
                <a16:creationId xmlns:a16="http://schemas.microsoft.com/office/drawing/2014/main" id="{7F35B106-1AD5-46FB-AA52-E017F444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本地优先、过程可审计、结果可验证的 Coding Agent。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54bfa9e89a405c"/>
          <a:stretch xmlns:a="http://schemas.openxmlformats.org/drawingml/2006/main"/>
        </p:blipFill>
        <p:spPr>
          <a:xfrm xmlns:a="http://schemas.openxmlformats.org/drawingml/2006/main">
            <a:off x="742950" y="2531529"/>
            <a:ext cx="10706100" cy="16996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407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B27D1B-CD0A-4679-96D7-81C35012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总体架构</a:t>
            </a:r>
          </a:p>
        </p:txBody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F364BD1B-C762-4CF0-BA0C-884AE02B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3" name="slide-intro">
            <a:extLst xmlns:a="http://schemas.openxmlformats.org/drawingml/2006/main">
              <a:ext uri="{FF2B5EF4-FFF2-40B4-BE49-F238E27FC236}">
                <a16:creationId xmlns:a16="http://schemas.microsoft.com/office/drawing/2014/main" id="{2BCDC35A-877A-43D4-94CA-CC354E6E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所有入口汇入统一运行时，模型、工具与安全职责清晰分离。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a22ec596d4b25"/>
          <a:stretch xmlns:a="http://schemas.openxmlformats.org/drawingml/2006/main"/>
        </p:blipFill>
        <p:spPr>
          <a:xfrm xmlns:a="http://schemas.openxmlformats.org/drawingml/2006/main">
            <a:off x="533400" y="2539884"/>
            <a:ext cx="11125200" cy="244498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6798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7CC730-AE98-45A7-B3CD-8D611386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Agent 任务闭环</a:t>
            </a:r>
          </a:p>
        </p:txBody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EC3403C6-A641-49BB-93BB-D1565D18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3" name="slide-intro">
            <a:extLst xmlns:a="http://schemas.openxmlformats.org/drawingml/2006/main">
              <a:ext uri="{FF2B5EF4-FFF2-40B4-BE49-F238E27FC236}">
                <a16:creationId xmlns:a16="http://schemas.microsoft.com/office/drawing/2014/main" id="{841B9A32-A12D-4C52-9AA4-0ACBEB0F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工具结果进入下一轮决策；代码变更经过确定性验证后再交付。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17e07ceba4176"/>
          <a:stretch xmlns:a="http://schemas.openxmlformats.org/drawingml/2006/main"/>
        </p:blipFill>
        <p:spPr>
          <a:xfrm xmlns:a="http://schemas.openxmlformats.org/drawingml/2006/main">
            <a:off x="533400" y="2725850"/>
            <a:ext cx="11125200" cy="207305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128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2026-09-02T07:45:35.0230000Z</dcterms:created>
  <dcterms:modified xsi:type="dcterms:W3CDTF">2026-09-02T07:45:35.0230000Z</dcterms:modified>
</coreProperties>
</file>